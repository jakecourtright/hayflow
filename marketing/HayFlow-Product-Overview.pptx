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66928" cy="907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29290" y="696041"/>
            <a:ext cx="442204" cy="907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691652" y="843443"/>
            <a:ext cx="317480" cy="907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INVOICING FOR HAY GROWERS &amp; DEALERS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algn="l" indent="0" marL="0">
              <a:buNone/>
            </a:pPr>
            <a:r>
              <a:rPr lang="en-US" sz="8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inventory, made well.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bales from the barn. Approve driver tickets. Send clean invoices customers can actually read.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field.  Engineered for the books.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businesses run on whiteboards and scribbled tickets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82296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drifts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5000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Bale counts live on a whiteboard or in someone's head. Nobody trusts the number by Friday.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874520"/>
            <a:ext cx="82296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20025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field-to-office hand-off is lossy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5192" y="235000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scribble paper load tickets. Half get lost; the rest are hard to read.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00400"/>
            <a:ext cx="82296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328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Invoicing is painful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367588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are clumsy PDFs and email attachments customers struggle to open and understand.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200400"/>
            <a:ext cx="82296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3328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software doesn't fit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65192" y="367588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and spreadsheets don't speak hay — bales, tons, cuttings, barns, quality.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clean flow from the barn to the bank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HayFlow is the tool your hay business has been missing — purpose-built for how forage actually moves and gets paid for.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926080"/>
            <a:ext cx="603504" cy="603504"/>
          </a:xfrm>
          <a:prstGeom prst="oval">
            <a:avLst/>
          </a:prstGeom>
          <a:solidFill>
            <a:srgbClr val="1627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0449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657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every bale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4160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purchases, sales, transfers — stock updates as work happens.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269748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7872" y="2926080"/>
            <a:ext cx="603504" cy="603504"/>
          </a:xfrm>
          <a:prstGeom prst="oval">
            <a:avLst/>
          </a:prstGeom>
          <a:solidFill>
            <a:srgbClr val="16271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30449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657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Tickets, approved fast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47872" y="4160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file on their phone. Office approves with one tap.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269748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91072" y="2926080"/>
            <a:ext cx="603504" cy="603504"/>
          </a:xfrm>
          <a:prstGeom prst="oval">
            <a:avLst/>
          </a:prstGeom>
          <a:solidFill>
            <a:srgbClr val="16271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30449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657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Invoices that look professional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91072" y="4160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approved tickets into a clean, shareable link.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pieces. Once they click, the app makes sense.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395728"/>
            <a:ext cx="603504" cy="603504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514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1089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" y="34198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Barns &amp; yards where hay is stored.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035808"/>
            <a:ext cx="155448" cy="1554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94560" y="2194560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679192" y="2395728"/>
            <a:ext cx="603504" cy="603504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25146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86000" y="31089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304288" y="34198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hay: commodity, bale size, quality, price.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035808"/>
            <a:ext cx="155448" cy="15544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86200" y="2194560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370832" y="2395728"/>
            <a:ext cx="603504" cy="603504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251460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77640" y="31089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3995928" y="34198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movement: baled, bought, sold, adjusted.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035808"/>
            <a:ext cx="155448" cy="15544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577840" y="2194560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062472" y="2395728"/>
            <a:ext cx="603504" cy="603504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251460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69280" y="31089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687568" y="34198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when hay leaves a barn. Office approves.</a:t>
            </a:r>
            <a:endParaRPr lang="en-US" sz="9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035808"/>
            <a:ext cx="155448" cy="15544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269480" y="2194560"/>
            <a:ext cx="15727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7754112" y="2395728"/>
            <a:ext cx="603504" cy="603504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984" y="2514600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360920" y="31089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Invoices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7379208" y="34198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tickets, bundled &amp; billed via share link.</a:t>
            </a:r>
            <a:endParaRPr lang="en-US" sz="950" dirty="0"/>
          </a:p>
        </p:txBody>
      </p:sp>
      <p:sp>
        <p:nvSpPr>
          <p:cNvPr id="33" name="Text 22"/>
          <p:cNvSpPr/>
          <p:nvPr/>
        </p:nvSpPr>
        <p:spPr>
          <a:xfrm>
            <a:off x="50292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units: bales for amounts, $/ton for price — normalized automatically.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WHOLE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roles. Everyone sees what they need — nothing they don't.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269748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oval">
            <a:avLst/>
          </a:prstGeom>
          <a:solidFill>
            <a:srgbClr val="B4530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11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16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2104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" y="345643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everything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 &amp; billing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inventory, tickets, invoices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874520"/>
            <a:ext cx="2514600" cy="269748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2103120"/>
            <a:ext cx="640080" cy="640080"/>
          </a:xfrm>
          <a:prstGeom prst="oval">
            <a:avLst/>
          </a:prstGeom>
          <a:solidFill>
            <a:srgbClr val="B4530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2311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816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Bookkeeper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575304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84448" y="345643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driver tickets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sends invoices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Quick Sale, edits inventory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874520"/>
            <a:ext cx="2514600" cy="269748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2103120"/>
            <a:ext cx="640080" cy="640080"/>
          </a:xfrm>
          <a:prstGeom prst="oval">
            <a:avLst/>
          </a:prstGeom>
          <a:solidFill>
            <a:srgbClr val="B4530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23113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816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318504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27648" y="345643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tickets from a phone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their own loads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prices, invoices, or reports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Drivers file a ticket whenever hay leaves a barn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Phone-first by design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66928" y="25146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driver's whole job is simple: record the load. Pick the stack, the amount, and where it went — a sale to a customer or a barn-to-barn transfer. The office takes it from there.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3840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"Drivers file tickets; the office handles the money."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874520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13055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ticket types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257800" y="22677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to a customer, or a transfer between barns.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63440" y="2788920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04495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2898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 → approved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257800" y="31821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waits for office sign-off before it counts.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63440" y="3703320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95935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3813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moves on approval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257800" y="40965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entry — stock adjusts automatically.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OFFICE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Approve, bundle, and bill — without the PDF acrobatics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2768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queue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3865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needs review and what's ready to invoice, at a glance.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2768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 into invoices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23865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approved tickets into one clean invoice, per customer.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0273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Sale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7124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and invoice in one step — multi-line, with per-line pricing.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6027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Shareable link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7124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open a print-friendly invoice — no login, no attachment.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ledger is the single source of truth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production, purchase, sale, and adjustment posts to one ledger. Stacks show live stock by barn; the dashboard and reports read straight from the same numbers — so the money you see is the money that's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40680" y="1783080"/>
            <a:ext cx="3154680" cy="269748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0" y="2029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Dashboard, your way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33288" y="26517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month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invoices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stock on hand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by commodity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33288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reorder. Hide what you don't use. Saved per user.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1272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by commodity &amp; barn  </a:t>
            </a:r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bale and ton counts, Empty / Low / OK status.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301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cost trends  </a:t>
            </a:r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money over time, top buyers and sellers.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13308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utilization  </a:t>
            </a:r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vs. actual stock per barn.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FROM MINUTE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and an AI assistant built 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2768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 setup checklist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3865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→ barn → stack → production → team → first sale. Auto-hides when done.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2768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 tours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23865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7-step office tour and a 5-step driver tour start on first visit.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0273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HayFlow (AI)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help, grounded in the product, aware of your role.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6027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escalation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reach a real person when the assistant isn't enough.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HAY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Agricultural craft meets modern software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work with their hands and know their land — and are tired of ag software that looks like it was built in 2004. Warm, sturdy, honest, and uncommonly well-made.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340156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confident, warm. “Bales moved,” not “units transacted.”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7872" y="340156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Fraunces serif for headings &amp; numbers; Geist for clean UI.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28346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F1A14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91072" y="3401568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Harvest: warm cream, amber, deep pine. Plus dark &amp; seasonal themes.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640080"/>
            <a:ext cx="0" cy="0"/>
          </a:xfrm>
          <a:prstGeom prst="oval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7269480" y="640080"/>
            <a:ext cx="0" cy="0"/>
          </a:xfrm>
          <a:prstGeom prst="oval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7269480" y="640080"/>
            <a:ext cx="0" cy="0"/>
          </a:xfrm>
          <a:prstGeom prst="oval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7269480" y="640080"/>
            <a:ext cx="0" cy="0"/>
          </a:xfrm>
          <a:prstGeom prst="oval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7269480" y="640080"/>
            <a:ext cx="0" cy="0"/>
          </a:xfrm>
          <a:prstGeom prst="oval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stack, clean multi-tenancy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2768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foundation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3865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React 19, TypeScript. Deploys on Vercel.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8745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16712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2768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multi-tenancy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23865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is a Clerk Organization; every row scoped by org_id.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0273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+ serverless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Postgres, indexed per-tenant. Reads scale horizontally.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93008"/>
            <a:ext cx="548640" cy="548640"/>
          </a:xfrm>
          <a:prstGeom prst="oval">
            <a:avLst/>
          </a:prstGeom>
          <a:solidFill>
            <a:srgbClr val="F3E2C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6027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by design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371246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invoice links use unguessable 256-bit share tokens.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per-business plans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749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users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&amp; invoicing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&amp; AI help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3749040" cy="2697480"/>
          </a:xfrm>
          <a:prstGeom prst="rect">
            <a:avLst/>
          </a:prstGeom>
          <a:solidFill>
            <a:srgbClr val="1F3A2E"/>
          </a:solidFill>
          <a:ln/>
          <a:effectLst>
            <a:outerShdw sx="100000" sy="100000" kx="0" ky="0" algn="bl" rotWithShape="0" blurRad="114300" dist="38100" dir="8100000">
              <a:srgbClr val="1C1917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</a:t>
            </a:r>
            <a:pPr indent="0" marL="0">
              <a:buNone/>
            </a:pPr>
            <a:r>
              <a:rPr lang="en-US" sz="1600" dirty="0">
                <a:solidFill>
                  <a:srgbClr val="B8C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92040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field + office team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 ·  secure checkout powered by Stripe  ·  cancel anytime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77240"/>
            <a:ext cx="502920" cy="80467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22249" y="907999"/>
            <a:ext cx="392278" cy="80467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677570" y="1038758"/>
            <a:ext cx="281635" cy="80467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</a:t>
            </a:r>
            <a:pPr algn="l" indent="0" marL="0">
              <a:buNone/>
            </a:pPr>
            <a:r>
              <a:rPr lang="en-US" sz="6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7F2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your hay business has been missing.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field.  Engineered for the books.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— 14 days, full team features.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HayFlow — Product Overview</dc:title>
  <dc:subject>PptxGenJS Presentation</dc:subject>
  <dc:creator>HayFlow</dc:creator>
  <cp:lastModifiedBy>HayFlow</cp:lastModifiedBy>
  <cp:revision>1</cp:revision>
  <dcterms:created xsi:type="dcterms:W3CDTF">2026-05-30T00:29:18Z</dcterms:created>
  <dcterms:modified xsi:type="dcterms:W3CDTF">2026-05-30T00:29:18Z</dcterms:modified>
</cp:coreProperties>
</file>