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0080"/>
            <a:ext cx="548640" cy="8778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27278" y="782726"/>
            <a:ext cx="427939" cy="8778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687629" y="925373"/>
            <a:ext cx="307238" cy="8778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83080"/>
            <a:ext cx="5486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algn="l" indent="0" marL="0">
              <a:buNone/>
            </a:pPr>
            <a:r>
              <a:rPr lang="en-US" sz="7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hay growers and dealers.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3657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driver tickets, and invoicing in one purpose-built tool.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multi-million-bale business runs on paper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growers and dealers move serious volume — but the operations layer is a whiteboard, a glovebox full of paper tickets, and a spreadsheet that never quite ties 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718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4564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Counts drift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968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trusts the inventory number by week's end.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274320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9718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34564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field-to-office hand-off leaks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47872" y="3968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load tickets get lost, misread, or never make it back.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274320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9718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91072" y="34564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paid is slow &amp; messy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91072" y="3968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clumsy PDFs; reconciling loads to bills is manual.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clean flow from the barn to the bank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file tickets on their phone. The office approves with one tap. Approved tickets bundle into a clean, shareable invoice — and inventory updates itself the whole way.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50215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in the barn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48256" y="33192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21992" y="306324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31720" y="350215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files ticket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21608" y="33192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5344" y="306324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05072" y="350215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approves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33192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68696" y="306324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78424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78424" y="350215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+ share link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68312" y="331927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42048" y="306324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51776" y="350215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double entry. No paper. No PDF acrobatics.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HAYFLOW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hay — not bent to fit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76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Domain-native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bales, tons, cuttings, barns, and quality — not generic SKUs and units.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2768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Role-shaped UX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bookkeepers, and owners each see exactly their slice — nothing more.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0273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Field-first design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 for drivers; warm, modern, and trusted by people who work with their hands.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027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built 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knows the product and the user's role, with human escalation.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hay operation needs this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and forage is one of the largest U.S. field crops by acreage, run by tens of thousands of growers, dealers, and brokers — almost all of them still on paper and spreadsheets.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14600" cy="173736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Add #s 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hay growers, dealers &amp; brokers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743200"/>
            <a:ext cx="2514600" cy="173736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9584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Dealers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47872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most ticket/invoice pain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743200"/>
            <a:ext cx="2514600" cy="173736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Adjacent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91072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Straw, feed, other baled commodities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TAM/SAM with sourced figures before external use.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is built and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983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today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957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ledger, stacks &amp; locations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974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6791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tickets + office approval flow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9923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9809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Quick Sale &amp; invoicing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30098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2826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shareable invoice links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60273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5844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reports &amp; analytics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90448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8862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tours + AI help assistant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20624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7280" y="41879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billing &amp; multi-tenancy wired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5715000" y="1828800"/>
            <a:ext cx="2880360" cy="274320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011680"/>
            <a:ext cx="365760" cy="36576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0080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step to revenue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594360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gating, trial logic, and Stripe-via-Clerk plans are all coded.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943600" y="3337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finish the Clerk Billing + Stripe dashboard config to switch on live charging.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6" name="Text 16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SaaS, priced per business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749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pPr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users · full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growers &amp; small operations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3749040" cy="237744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pPr indent="0" marL="0">
              <a:buNone/>
            </a:pPr>
            <a:r>
              <a:rPr lang="en-US" sz="1500" dirty="0">
                <a:solidFill>
                  <a:srgbClr val="B8C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6460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 · whole crew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&amp; multi-driver operations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trial converts to paid · land solo, expand to Team as the crew grows.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Low-touch, trial-led, autonomous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76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 signup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creation → guided checklist → first sale, with no sales call.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2768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does the hand-holding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tours and assistant reduce support load to near zero.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0273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and expand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grower on Pro; grow into Team as they add drivers.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027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forums, dealer networks, word-of-mouth, content. [Refine in plan]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launch to category leader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2514600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482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billing, onboard first paying growers &amp; dealers.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920240"/>
            <a:ext cx="2514600" cy="566928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0482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670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capture, email automation, mobile polish, deeper reports.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514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2514600" cy="566928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0482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670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20040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commodities, integrations, broker &amp; marketplace features.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008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17220" y="758952"/>
            <a:ext cx="356616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877824"/>
            <a:ext cx="256032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algn="l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Live. Ready to switch on revenue.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1546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5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funding / pilots / partnerships — fill in ] to finish billing, launch, and own the hay ops category.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field.  Engineered for the books.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tommercourtright@gmail.com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HayFlow — Pitch</dc:title>
  <dc:subject>PptxGenJS Presentation</dc:subject>
  <dc:creator>HayFlow</dc:creator>
  <cp:lastModifiedBy>HayFlow</cp:lastModifiedBy>
  <cp:revision>1</cp:revision>
  <dcterms:created xsi:type="dcterms:W3CDTF">2026-05-30T00:29:18Z</dcterms:created>
  <dcterms:modified xsi:type="dcterms:W3CDTF">2026-05-30T00:29:18Z</dcterms:modified>
</cp:coreProperties>
</file>